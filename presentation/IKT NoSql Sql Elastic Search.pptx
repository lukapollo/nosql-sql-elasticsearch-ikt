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4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29F522-D3CB-18F1-93F6-8C0AE87C9E43}" v="16" dt="2026-03-31T12:50:47.559"/>
    <p1510:client id="{C0A5C56B-A0E4-6BD3-6131-9CB4D1AD8AFC}" v="341" dt="2026-03-31T12:47:46.6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3/31/2026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6646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402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720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986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097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15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336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3/31/2026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452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452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4553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347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769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17" r:id="rId6"/>
    <p:sldLayoutId id="2147483713" r:id="rId7"/>
    <p:sldLayoutId id="2147483714" r:id="rId8"/>
    <p:sldLayoutId id="2147483715" r:id="rId9"/>
    <p:sldLayoutId id="2147483716" r:id="rId10"/>
    <p:sldLayoutId id="214748371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F7D2AA-EFBB-FA85-B769-201F558749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577" r="8" b="4315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44CD100-6267-4E62-AA64-2182A3A6A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r>
              <a:rPr lang="en-GB" sz="4800">
                <a:solidFill>
                  <a:schemeClr val="bg1"/>
                </a:solidFill>
              </a:rPr>
              <a:t>NoSQL, SQL, Elastic Search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GB" sz="2000">
                <a:solidFill>
                  <a:schemeClr val="bg1"/>
                </a:solidFill>
              </a:rPr>
              <a:t>Készitette: Luka Podiashvili, Börzsönyi Gergő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7A0B8-83CD-0DA8-E65E-E22A7DA4E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Mi </a:t>
            </a:r>
            <a:r>
              <a:rPr lang="en-GB" dirty="0" err="1"/>
              <a:t>az</a:t>
            </a:r>
            <a:r>
              <a:rPr lang="en-GB" dirty="0"/>
              <a:t> SQL?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55BCC-80F5-9891-389B-3CFFE5D234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 err="1"/>
              <a:t>Relációs</a:t>
            </a:r>
            <a:r>
              <a:rPr lang="en-GB" dirty="0"/>
              <a:t> </a:t>
            </a:r>
            <a:r>
              <a:rPr lang="en-GB" dirty="0" err="1"/>
              <a:t>adatbázis</a:t>
            </a:r>
            <a:endParaRPr lang="en-GB" dirty="0"/>
          </a:p>
          <a:p>
            <a:r>
              <a:rPr lang="en-GB" dirty="0" err="1"/>
              <a:t>Táblákból</a:t>
            </a:r>
            <a:r>
              <a:rPr lang="en-GB" dirty="0"/>
              <a:t> </a:t>
            </a:r>
            <a:r>
              <a:rPr lang="en-GB" dirty="0" err="1"/>
              <a:t>áll</a:t>
            </a:r>
            <a:r>
              <a:rPr lang="en-GB" dirty="0"/>
              <a:t> (</a:t>
            </a:r>
            <a:r>
              <a:rPr lang="en-GB" dirty="0" err="1"/>
              <a:t>sorok</a:t>
            </a:r>
            <a:r>
              <a:rPr lang="en-GB" dirty="0"/>
              <a:t>, </a:t>
            </a:r>
            <a:r>
              <a:rPr lang="en-GB" dirty="0" err="1"/>
              <a:t>oszlopok</a:t>
            </a:r>
            <a:r>
              <a:rPr lang="en-GB" dirty="0"/>
              <a:t>)</a:t>
            </a:r>
          </a:p>
          <a:p>
            <a:r>
              <a:rPr lang="en-GB" dirty="0" err="1"/>
              <a:t>Strukturált</a:t>
            </a:r>
            <a:r>
              <a:rPr lang="en-GB" dirty="0"/>
              <a:t> </a:t>
            </a:r>
            <a:r>
              <a:rPr lang="en-GB" dirty="0" err="1"/>
              <a:t>adat</a:t>
            </a:r>
          </a:p>
          <a:p>
            <a:r>
              <a:rPr lang="en-GB" dirty="0" err="1"/>
              <a:t>Példák</a:t>
            </a:r>
            <a:r>
              <a:rPr lang="en-GB" dirty="0"/>
              <a:t>: MySQL, SQLite</a:t>
            </a:r>
          </a:p>
        </p:txBody>
      </p:sp>
    </p:spTree>
    <p:extLst>
      <p:ext uri="{BB962C8B-B14F-4D97-AF65-F5344CB8AC3E}">
        <p14:creationId xmlns:p14="http://schemas.microsoft.com/office/powerpoint/2010/main" val="2652087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EEB55-547C-FCDF-229A-090DB5461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Mi a </a:t>
            </a:r>
            <a:r>
              <a:rPr lang="en-GB"/>
              <a:t>NoSQL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EAC592-398C-C91C-176B-D3569E73E9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Nem </a:t>
            </a:r>
            <a:r>
              <a:rPr lang="en-GB" dirty="0" err="1"/>
              <a:t>relációs</a:t>
            </a:r>
            <a:r>
              <a:rPr lang="en-GB" dirty="0"/>
              <a:t> </a:t>
            </a:r>
            <a:r>
              <a:rPr lang="en-GB" dirty="0" err="1"/>
              <a:t>adatbázis</a:t>
            </a:r>
          </a:p>
          <a:p>
            <a:r>
              <a:rPr lang="en-GB" dirty="0" err="1"/>
              <a:t>Rugalmas</a:t>
            </a:r>
            <a:r>
              <a:rPr lang="en-GB" dirty="0"/>
              <a:t> </a:t>
            </a:r>
            <a:r>
              <a:rPr lang="en-GB" dirty="0" err="1"/>
              <a:t>adatmodel</a:t>
            </a:r>
            <a:r>
              <a:rPr lang="en-GB" dirty="0"/>
              <a:t>l</a:t>
            </a:r>
          </a:p>
          <a:p>
            <a:r>
              <a:rPr lang="en-GB" dirty="0"/>
              <a:t>JSON / </a:t>
            </a:r>
            <a:r>
              <a:rPr lang="en-GB" dirty="0" err="1"/>
              <a:t>dokumetnum</a:t>
            </a:r>
            <a:r>
              <a:rPr lang="en-GB" dirty="0"/>
              <a:t> </a:t>
            </a:r>
            <a:r>
              <a:rPr lang="en-GB" dirty="0" err="1"/>
              <a:t>alapú</a:t>
            </a:r>
          </a:p>
          <a:p>
            <a:r>
              <a:rPr lang="en-GB" dirty="0" err="1"/>
              <a:t>Példák</a:t>
            </a:r>
            <a:r>
              <a:rPr lang="en-GB" dirty="0"/>
              <a:t>: MongoDB, Firebase</a:t>
            </a:r>
          </a:p>
        </p:txBody>
      </p:sp>
    </p:spTree>
    <p:extLst>
      <p:ext uri="{BB962C8B-B14F-4D97-AF65-F5344CB8AC3E}">
        <p14:creationId xmlns:p14="http://schemas.microsoft.com/office/powerpoint/2010/main" val="8098165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22440A-CA6A-3A18-FB3E-FB7DEB2B9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anchor="ctr">
            <a:normAutofit/>
          </a:bodyPr>
          <a:lstStyle/>
          <a:p>
            <a:r>
              <a:rPr lang="en-GB" sz="2800"/>
              <a:t>Fő különbségek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5A433-3AFF-3BF3-785B-EE827FA8CC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sz="1700"/>
              <a:t>SQL: fix séma | NOSQL: rugalmas séna</a:t>
            </a:r>
          </a:p>
          <a:p>
            <a:r>
              <a:rPr lang="en-GB" sz="1700"/>
              <a:t>SQL: komplex lekérdezések | NOSQL: gyors olvasás/irás</a:t>
            </a:r>
          </a:p>
          <a:p>
            <a:r>
              <a:rPr lang="en-GB" sz="1700"/>
              <a:t>SQL: ACID | NOSQL: skálázhatóság</a:t>
            </a:r>
          </a:p>
          <a:p>
            <a:r>
              <a:rPr lang="en-GB" sz="1700"/>
              <a:t>SQL: strukturált | NOSQL: </a:t>
            </a:r>
            <a:r>
              <a:rPr lang="en-GB" sz="1700" b="1"/>
              <a:t>(</a:t>
            </a:r>
            <a:r>
              <a:rPr lang="en-GB" sz="1700"/>
              <a:t>félig/nem</a:t>
            </a:r>
            <a:r>
              <a:rPr lang="en-GB" sz="1700" b="1"/>
              <a:t>) </a:t>
            </a:r>
            <a:r>
              <a:rPr lang="en-GB" sz="1700"/>
              <a:t>strukturált </a:t>
            </a:r>
          </a:p>
          <a:p>
            <a:endParaRPr lang="en-GB" sz="1700"/>
          </a:p>
        </p:txBody>
      </p:sp>
      <p:pic>
        <p:nvPicPr>
          <p:cNvPr id="4" name="Picture 3" descr="SQL vs NoSQL - 7 Key Differences You Must Know">
            <a:extLst>
              <a:ext uri="{FF2B5EF4-FFF2-40B4-BE49-F238E27FC236}">
                <a16:creationId xmlns:a16="http://schemas.microsoft.com/office/drawing/2014/main" id="{9A6C8A95-8378-39AE-1554-7A13034A46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184" y="1195029"/>
            <a:ext cx="6922008" cy="456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1570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B42AF-D2CE-8C6D-D5EA-10594770E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Mikor</a:t>
            </a:r>
            <a:r>
              <a:rPr lang="en-GB" dirty="0"/>
              <a:t> </a:t>
            </a:r>
            <a:r>
              <a:rPr lang="en-GB" dirty="0" err="1"/>
              <a:t>melyiket</a:t>
            </a:r>
            <a:r>
              <a:rPr lang="en-GB" dirty="0"/>
              <a:t>? 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B5E57F-C073-9CCB-9458-75945F62FD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SQL: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 dirty="0"/>
              <a:t>Banki </a:t>
            </a:r>
            <a:r>
              <a:rPr lang="en-GB" dirty="0" err="1"/>
              <a:t>rendszerek</a:t>
            </a:r>
            <a:endParaRPr lang="en-GB"/>
          </a:p>
          <a:p>
            <a:pPr lvl="1">
              <a:buFont typeface="Courier New" panose="020B0604020202020204" pitchFamily="34" charset="0"/>
              <a:buChar char="o"/>
            </a:pPr>
            <a:r>
              <a:rPr lang="en-GB" dirty="0"/>
              <a:t>Pontos </a:t>
            </a:r>
            <a:r>
              <a:rPr lang="en-GB" dirty="0" err="1"/>
              <a:t>adatok</a:t>
            </a:r>
            <a:endParaRPr lang="en-GB" dirty="0"/>
          </a:p>
          <a:p>
            <a:r>
              <a:rPr lang="en-GB"/>
              <a:t>NOSQL:</a:t>
            </a:r>
            <a:endParaRPr lang="en-GB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GB" dirty="0"/>
              <a:t>Nagy </a:t>
            </a:r>
            <a:r>
              <a:rPr lang="en-GB" dirty="0" err="1"/>
              <a:t>adatmennyiség</a:t>
            </a:r>
            <a:endParaRPr lang="en-GB"/>
          </a:p>
          <a:p>
            <a:pPr lvl="1">
              <a:buFont typeface="Courier New" panose="020B0604020202020204" pitchFamily="34" charset="0"/>
              <a:buChar char="o"/>
            </a:pPr>
            <a:r>
              <a:rPr lang="en-GB" dirty="0"/>
              <a:t>Webes </a:t>
            </a:r>
            <a:r>
              <a:rPr lang="en-GB" dirty="0" err="1"/>
              <a:t>alkalmazások</a:t>
            </a:r>
            <a:endParaRPr lang="en-GB"/>
          </a:p>
          <a:p>
            <a:pPr marL="0" indent="0">
              <a:buNone/>
            </a:pPr>
            <a:r>
              <a:rPr lang="en-GB" dirty="0"/>
              <a:t>Projekt </a:t>
            </a:r>
            <a:r>
              <a:rPr lang="en-GB" dirty="0" err="1"/>
              <a:t>igénye</a:t>
            </a:r>
            <a:r>
              <a:rPr lang="en-GB" dirty="0"/>
              <a:t> </a:t>
            </a:r>
            <a:r>
              <a:rPr lang="en-GB" dirty="0" err="1"/>
              <a:t>alapján</a:t>
            </a:r>
            <a:r>
              <a:rPr lang="en-GB" dirty="0"/>
              <a:t> </a:t>
            </a:r>
            <a:r>
              <a:rPr lang="en-GB" dirty="0" err="1"/>
              <a:t>kell</a:t>
            </a:r>
            <a:r>
              <a:rPr lang="en-GB" dirty="0"/>
              <a:t> </a:t>
            </a:r>
            <a:r>
              <a:rPr lang="en-GB" dirty="0" err="1"/>
              <a:t>dönteni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71711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68AF5748-FED8-45BA-8631-26D1D10F3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7B0BE9-C02D-D784-BBC2-BFE0BAFEB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Köszönöm a figyelmet!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Graphic 6" descr="Like">
            <a:extLst>
              <a:ext uri="{FF2B5EF4-FFF2-40B4-BE49-F238E27FC236}">
                <a16:creationId xmlns:a16="http://schemas.microsoft.com/office/drawing/2014/main" id="{4DD8696E-C0E8-3D41-376D-159762F65A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0099" y="625683"/>
            <a:ext cx="5455380" cy="5455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888516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AccentBoxVTI</vt:lpstr>
      <vt:lpstr>NoSQL, SQL, Elastic Search</vt:lpstr>
      <vt:lpstr>Mi az SQL?</vt:lpstr>
      <vt:lpstr>Mi a NoSQL</vt:lpstr>
      <vt:lpstr>Fő különbségek</vt:lpstr>
      <vt:lpstr>Mikor melyiket? </vt:lpstr>
      <vt:lpstr>Köszönöm a figyelmet!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67</cp:revision>
  <dcterms:created xsi:type="dcterms:W3CDTF">2026-03-31T12:14:25Z</dcterms:created>
  <dcterms:modified xsi:type="dcterms:W3CDTF">2026-03-31T12:51:05Z</dcterms:modified>
</cp:coreProperties>
</file>