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A5C56B-A0E4-6BD3-6131-9CB4D1AD8AFC}" v="340" dt="2026-03-31T12:41:46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64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0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2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8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97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5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36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5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52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55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4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69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7D2AA-EFBB-FA85-B769-201F558749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77" r="8" b="431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GB" sz="4800">
                <a:solidFill>
                  <a:schemeClr val="bg1"/>
                </a:solidFill>
              </a:rPr>
              <a:t>NoSQL, SQL, Elastic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Készitette: Luka Podiashvili, Börzsönyi Gergő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7A0B8-83CD-0DA8-E65E-E22A7DA4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 </a:t>
            </a:r>
            <a:r>
              <a:rPr lang="en-GB" dirty="0" err="1"/>
              <a:t>az</a:t>
            </a:r>
            <a:r>
              <a:rPr lang="en-GB" dirty="0"/>
              <a:t> SQL?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55BCC-80F5-9891-389B-3CFFE5D23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/>
              <a:t>Relációs</a:t>
            </a:r>
            <a:r>
              <a:rPr lang="en-GB" dirty="0"/>
              <a:t> </a:t>
            </a:r>
            <a:r>
              <a:rPr lang="en-GB" dirty="0" err="1"/>
              <a:t>adatbázis</a:t>
            </a:r>
            <a:endParaRPr lang="en-GB" dirty="0"/>
          </a:p>
          <a:p>
            <a:r>
              <a:rPr lang="en-GB" dirty="0" err="1"/>
              <a:t>Táblákból</a:t>
            </a:r>
            <a:r>
              <a:rPr lang="en-GB" dirty="0"/>
              <a:t> </a:t>
            </a:r>
            <a:r>
              <a:rPr lang="en-GB" dirty="0" err="1"/>
              <a:t>áll</a:t>
            </a:r>
            <a:r>
              <a:rPr lang="en-GB" dirty="0"/>
              <a:t> (</a:t>
            </a:r>
            <a:r>
              <a:rPr lang="en-GB" dirty="0" err="1"/>
              <a:t>sorok</a:t>
            </a:r>
            <a:r>
              <a:rPr lang="en-GB" dirty="0"/>
              <a:t>, </a:t>
            </a:r>
            <a:r>
              <a:rPr lang="en-GB" dirty="0" err="1"/>
              <a:t>oszlopok</a:t>
            </a:r>
            <a:r>
              <a:rPr lang="en-GB" dirty="0"/>
              <a:t>)</a:t>
            </a:r>
          </a:p>
          <a:p>
            <a:r>
              <a:rPr lang="en-GB" dirty="0" err="1"/>
              <a:t>Strukturált</a:t>
            </a:r>
            <a:r>
              <a:rPr lang="en-GB" dirty="0"/>
              <a:t> </a:t>
            </a:r>
            <a:r>
              <a:rPr lang="en-GB" dirty="0" err="1"/>
              <a:t>adat</a:t>
            </a:r>
          </a:p>
          <a:p>
            <a:r>
              <a:rPr lang="en-GB" dirty="0" err="1"/>
              <a:t>Példák</a:t>
            </a:r>
            <a:r>
              <a:rPr lang="en-GB" dirty="0"/>
              <a:t>: MySQL, SQLite</a:t>
            </a:r>
          </a:p>
        </p:txBody>
      </p:sp>
    </p:spTree>
    <p:extLst>
      <p:ext uri="{BB962C8B-B14F-4D97-AF65-F5344CB8AC3E}">
        <p14:creationId xmlns:p14="http://schemas.microsoft.com/office/powerpoint/2010/main" val="265208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EB55-547C-FCDF-229A-090DB546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 a </a:t>
            </a:r>
            <a:r>
              <a:rPr lang="en-GB"/>
              <a:t>NoSQL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AC592-398C-C91C-176B-D3569E73E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Nem </a:t>
            </a:r>
            <a:r>
              <a:rPr lang="en-GB" dirty="0" err="1"/>
              <a:t>relációs</a:t>
            </a:r>
            <a:r>
              <a:rPr lang="en-GB" dirty="0"/>
              <a:t> </a:t>
            </a:r>
            <a:r>
              <a:rPr lang="en-GB" dirty="0" err="1"/>
              <a:t>adatbázis</a:t>
            </a:r>
          </a:p>
          <a:p>
            <a:r>
              <a:rPr lang="en-GB" dirty="0" err="1"/>
              <a:t>Rugalmas</a:t>
            </a:r>
            <a:r>
              <a:rPr lang="en-GB" dirty="0"/>
              <a:t> </a:t>
            </a:r>
            <a:r>
              <a:rPr lang="en-GB" dirty="0" err="1"/>
              <a:t>adatmodel</a:t>
            </a:r>
            <a:r>
              <a:rPr lang="en-GB" dirty="0"/>
              <a:t>l</a:t>
            </a:r>
          </a:p>
          <a:p>
            <a:r>
              <a:rPr lang="en-GB" dirty="0"/>
              <a:t>JSON / </a:t>
            </a:r>
            <a:r>
              <a:rPr lang="en-GB" dirty="0" err="1"/>
              <a:t>dokumetnum</a:t>
            </a:r>
            <a:r>
              <a:rPr lang="en-GB" dirty="0"/>
              <a:t> </a:t>
            </a:r>
            <a:r>
              <a:rPr lang="en-GB" dirty="0" err="1"/>
              <a:t>alapú</a:t>
            </a:r>
          </a:p>
          <a:p>
            <a:r>
              <a:rPr lang="en-GB" dirty="0" err="1"/>
              <a:t>Példák</a:t>
            </a:r>
            <a:r>
              <a:rPr lang="en-GB" dirty="0"/>
              <a:t>: MongoDB, Firebase</a:t>
            </a:r>
          </a:p>
        </p:txBody>
      </p:sp>
    </p:spTree>
    <p:extLst>
      <p:ext uri="{BB962C8B-B14F-4D97-AF65-F5344CB8AC3E}">
        <p14:creationId xmlns:p14="http://schemas.microsoft.com/office/powerpoint/2010/main" val="80981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440A-CA6A-3A18-FB3E-FB7DEB2B9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Fő</a:t>
            </a:r>
            <a:r>
              <a:rPr lang="en-GB" dirty="0"/>
              <a:t> </a:t>
            </a:r>
            <a:r>
              <a:rPr lang="en-GB" dirty="0" err="1"/>
              <a:t>különbségek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5A433-3AFF-3BF3-785B-EE827FA8C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SQL: fix </a:t>
            </a:r>
            <a:r>
              <a:rPr lang="en-GB" dirty="0" err="1"/>
              <a:t>séma</a:t>
            </a:r>
            <a:r>
              <a:rPr lang="en-GB" dirty="0"/>
              <a:t> | NOSQL: </a:t>
            </a:r>
            <a:r>
              <a:rPr lang="en-GB" dirty="0" err="1"/>
              <a:t>rugalmas</a:t>
            </a:r>
            <a:r>
              <a:rPr lang="en-GB" dirty="0"/>
              <a:t> </a:t>
            </a:r>
            <a:r>
              <a:rPr lang="en-GB" dirty="0" err="1"/>
              <a:t>séna</a:t>
            </a:r>
          </a:p>
          <a:p>
            <a:r>
              <a:rPr lang="en-GB" dirty="0"/>
              <a:t>SQL: </a:t>
            </a:r>
            <a:r>
              <a:rPr lang="en-GB" dirty="0" err="1"/>
              <a:t>komplex</a:t>
            </a:r>
            <a:r>
              <a:rPr lang="en-GB" dirty="0"/>
              <a:t> </a:t>
            </a:r>
            <a:r>
              <a:rPr lang="en-GB" dirty="0" err="1"/>
              <a:t>lekérdezések</a:t>
            </a:r>
            <a:r>
              <a:rPr lang="en-GB" dirty="0"/>
              <a:t> | NOSQL: </a:t>
            </a:r>
            <a:r>
              <a:rPr lang="en-GB" dirty="0" err="1"/>
              <a:t>gyors</a:t>
            </a:r>
            <a:r>
              <a:rPr lang="en-GB" dirty="0"/>
              <a:t> </a:t>
            </a:r>
            <a:r>
              <a:rPr lang="en-GB" dirty="0" err="1"/>
              <a:t>olvasás</a:t>
            </a:r>
            <a:r>
              <a:rPr lang="en-GB" dirty="0"/>
              <a:t>/</a:t>
            </a:r>
            <a:r>
              <a:rPr lang="en-GB" dirty="0" err="1"/>
              <a:t>irás</a:t>
            </a:r>
            <a:endParaRPr lang="en-GB" dirty="0"/>
          </a:p>
          <a:p>
            <a:r>
              <a:rPr lang="en-GB" dirty="0"/>
              <a:t>SQL: ACID | NOSQL: </a:t>
            </a:r>
            <a:r>
              <a:rPr lang="en-GB" dirty="0" err="1"/>
              <a:t>skálázhatóság</a:t>
            </a:r>
          </a:p>
          <a:p>
            <a:r>
              <a:rPr lang="en-GB" dirty="0"/>
              <a:t>SQL: </a:t>
            </a:r>
            <a:r>
              <a:rPr lang="en-GB" dirty="0" err="1"/>
              <a:t>strukturált</a:t>
            </a:r>
            <a:r>
              <a:rPr lang="en-GB" dirty="0"/>
              <a:t> | NOSQL: </a:t>
            </a:r>
            <a:r>
              <a:rPr lang="en-GB" b="1" dirty="0"/>
              <a:t>(</a:t>
            </a:r>
            <a:r>
              <a:rPr lang="en-GB" dirty="0" err="1"/>
              <a:t>félig</a:t>
            </a:r>
            <a:r>
              <a:rPr lang="en-GB" dirty="0"/>
              <a:t>/</a:t>
            </a:r>
            <a:r>
              <a:rPr lang="en-GB" dirty="0" err="1"/>
              <a:t>nem</a:t>
            </a:r>
            <a:r>
              <a:rPr lang="en-GB" b="1" dirty="0"/>
              <a:t>) </a:t>
            </a:r>
            <a:r>
              <a:rPr lang="en-GB" dirty="0" err="1"/>
              <a:t>strukturált</a:t>
            </a:r>
            <a:r>
              <a:rPr lang="en-GB" dirty="0"/>
              <a:t>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115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42AF-D2CE-8C6D-D5EA-10594770E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Mikor</a:t>
            </a:r>
            <a:r>
              <a:rPr lang="en-GB" dirty="0"/>
              <a:t> </a:t>
            </a:r>
            <a:r>
              <a:rPr lang="en-GB" dirty="0" err="1"/>
              <a:t>melyiket</a:t>
            </a:r>
            <a:r>
              <a:rPr lang="en-GB" dirty="0"/>
              <a:t>? 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5E57F-C073-9CCB-9458-75945F62F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SQL: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Banki </a:t>
            </a:r>
            <a:r>
              <a:rPr lang="en-GB" dirty="0" err="1"/>
              <a:t>rendszerek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Pontos </a:t>
            </a:r>
            <a:r>
              <a:rPr lang="en-GB" dirty="0" err="1"/>
              <a:t>adatok</a:t>
            </a:r>
            <a:endParaRPr lang="en-GB" dirty="0"/>
          </a:p>
          <a:p>
            <a:r>
              <a:rPr lang="en-GB"/>
              <a:t>NOSQL:</a:t>
            </a:r>
            <a:endParaRPr lang="en-GB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Nagy </a:t>
            </a:r>
            <a:r>
              <a:rPr lang="en-GB" dirty="0" err="1"/>
              <a:t>adatmennyiség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Webes </a:t>
            </a:r>
            <a:r>
              <a:rPr lang="en-GB" dirty="0" err="1"/>
              <a:t>alkalmazások</a:t>
            </a:r>
          </a:p>
          <a:p>
            <a:r>
              <a:rPr lang="en-GB" dirty="0"/>
              <a:t>Projekt </a:t>
            </a:r>
            <a:r>
              <a:rPr lang="en-GB" dirty="0" err="1"/>
              <a:t>igénye</a:t>
            </a:r>
            <a:r>
              <a:rPr lang="en-GB" dirty="0"/>
              <a:t> </a:t>
            </a:r>
            <a:r>
              <a:rPr lang="en-GB" dirty="0" err="1"/>
              <a:t>alapján</a:t>
            </a:r>
            <a:r>
              <a:rPr lang="en-GB" dirty="0"/>
              <a:t> </a:t>
            </a:r>
            <a:r>
              <a:rPr lang="en-GB" dirty="0" err="1"/>
              <a:t>kell</a:t>
            </a:r>
            <a:r>
              <a:rPr lang="en-GB" dirty="0"/>
              <a:t> </a:t>
            </a:r>
            <a:r>
              <a:rPr lang="en-GB" dirty="0" err="1"/>
              <a:t>dönteni</a:t>
            </a:r>
          </a:p>
        </p:txBody>
      </p:sp>
    </p:spTree>
    <p:extLst>
      <p:ext uri="{BB962C8B-B14F-4D97-AF65-F5344CB8AC3E}">
        <p14:creationId xmlns:p14="http://schemas.microsoft.com/office/powerpoint/2010/main" val="347717116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AccentBoxVTI</vt:lpstr>
      <vt:lpstr>NoSQL, SQL, Elastic Search</vt:lpstr>
      <vt:lpstr>Mi az SQL?</vt:lpstr>
      <vt:lpstr>Mi a NoSQL</vt:lpstr>
      <vt:lpstr>Fő különbségek</vt:lpstr>
      <vt:lpstr>Mikor melyiket? 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</cp:revision>
  <dcterms:created xsi:type="dcterms:W3CDTF">2026-03-31T12:14:25Z</dcterms:created>
  <dcterms:modified xsi:type="dcterms:W3CDTF">2026-03-31T12:41:47Z</dcterms:modified>
</cp:coreProperties>
</file>